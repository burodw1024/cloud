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Designing a Modern Data Pipeline Architecture</a:t>
            </a:r>
          </a:p>
          <a:p>
            <a:r>
              <a:t>Using Apache NiFi, Flink, and Airflow with Iceberg</a:t>
            </a:r>
          </a:p>
          <a:p>
            <a:r>
              <a:t>Presenter: Abdul Al Mamun</a:t>
            </a:r>
          </a:p>
          <a:p>
            <a:r>
              <a:t>Organization: TrueManTrueHelp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/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Open-source modular ETL pipeline</a:t>
            </a:r>
          </a:p>
          <a:p>
            <a:r>
              <a:t>Real-time + batch analytics</a:t>
            </a:r>
          </a:p>
          <a:p>
            <a:r>
              <a:t>Tools: NiFi (ingest), Flink (transform), Airflow (orchestrate), Iceberg (store)</a:t>
            </a:r>
          </a:p>
          <a:p>
            <a:r>
              <a:t>Proven on Kubernetes with MinIO and Dremio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